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9144000"/>
  <p:notesSz cx="6858000" cy="9144000"/>
  <p:embeddedFontLst>
    <p:embeddedFont>
      <p:font typeface="La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RV8t/qt7o52LpoRGUgihuBQjy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bold.fntdata"/><Relationship Id="rId10" Type="http://schemas.openxmlformats.org/officeDocument/2006/relationships/font" Target="fonts/Lato-regular.fntdata"/><Relationship Id="rId13" Type="http://schemas.openxmlformats.org/officeDocument/2006/relationships/font" Target="fonts/Lato-boldItalic.fntdata"/><Relationship Id="rId12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1" i="0" sz="4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4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14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14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15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5"/>
          <p:cNvSpPr txBox="1"/>
          <p:nvPr>
            <p:ph idx="1" type="body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15"/>
          <p:cNvSpPr txBox="1"/>
          <p:nvPr>
            <p:ph idx="2" type="body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16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2" name="Google Shape;32;p16"/>
          <p:cNvSpPr txBox="1"/>
          <p:nvPr>
            <p:ph idx="1" type="body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17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17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17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8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" type="body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18"/>
          <p:cNvSpPr txBox="1"/>
          <p:nvPr>
            <p:ph idx="2" type="body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18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18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18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9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54" name="Google Shape;5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012" y="317038"/>
            <a:ext cx="2576374" cy="93621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 txBox="1"/>
          <p:nvPr/>
        </p:nvSpPr>
        <p:spPr>
          <a:xfrm>
            <a:off x="413012" y="2421636"/>
            <a:ext cx="7342482" cy="848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Lato"/>
              <a:buNone/>
            </a:pPr>
            <a:r>
              <a:rPr b="1" i="0" lang="en-US" sz="54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PRESENTATION TITLE</a:t>
            </a:r>
            <a:endParaRPr/>
          </a:p>
        </p:txBody>
      </p:sp>
      <p:sp>
        <p:nvSpPr>
          <p:cNvPr id="56" name="Google Shape;56;p3"/>
          <p:cNvSpPr txBox="1"/>
          <p:nvPr/>
        </p:nvSpPr>
        <p:spPr>
          <a:xfrm>
            <a:off x="413012" y="3567622"/>
            <a:ext cx="7342482" cy="848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SUBTITLE. SUBTITLE. SUBTITLE.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SUBTITLE. SUBTITLE.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4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 txBox="1"/>
          <p:nvPr>
            <p:ph idx="1" type="body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 txBox="1"/>
          <p:nvPr>
            <p:ph idx="12" type="sldNum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5"/>
          <p:cNvSpPr txBox="1"/>
          <p:nvPr>
            <p:ph type="title"/>
          </p:nvPr>
        </p:nvSpPr>
        <p:spPr>
          <a:xfrm>
            <a:off x="254052" y="82063"/>
            <a:ext cx="8635896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>
            <p:ph idx="2" type="chart"/>
          </p:nvPr>
        </p:nvSpPr>
        <p:spPr>
          <a:xfrm>
            <a:off x="247651" y="1406769"/>
            <a:ext cx="4324350" cy="4655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6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 txBox="1"/>
          <p:nvPr>
            <p:ph idx="1" type="body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83" name="Google Shape;83;p8"/>
          <p:cNvSpPr txBox="1"/>
          <p:nvPr>
            <p:ph idx="1" type="body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4" name="Google Shape;84;p8"/>
          <p:cNvSpPr txBox="1"/>
          <p:nvPr>
            <p:ph idx="2" type="body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5" name="Google Shape;85;p8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2021-05-28T04:32:29Z</dcterms:created>
  <dc:creator>Phong TT &amp; QTTH</dc:creator>
</cp:coreProperties>
</file>